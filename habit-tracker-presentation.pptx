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Представляю проект «Трекер привычек» — веб-приложение на Flask, которое я разработал в рамках самостоятельной работы. Сейчас расскажу про идею, архитектуру, что получилось реализовать и продемонстрирую код.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проекта простая: людям сложно выработать новую привычку без удобного способа отмечать прогресс. Бумажные чек-листы теряются, а большие приложения перегружены лишним функционалом. Поэтому я сделал лёгкий инструмент для студентов и обычных пользователей, которым нужен только понятный учёт привычек.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классическая для веб-приложений: браузер отправляет HTTP-запросы на Flask-сервер, сервер обрабатывает логику и обращается к базе данных SQLite, где хранятся таблицы habits и logs. Всего реализовано 6 основных маршрутов: список, добавление, детальная страница, редактирование, удаление и отметка выполнения.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главной странице пользователь видит карточки своих привычек с прогресс-баром за сегодня. Можно отметить выполнение одной кнопкой, искать привычки по названию, а на детальной странице — смотреть историю за последние 7 дней. Интерфейс сделан на Bootstrap 5, поэтому выглядит аккуратно без лишних усилий на вёрстку.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Самая интересная часть кода — функция отметки выполнения привычки: она проверяет, не превышен ли дневной лимит, и только потом добавляет запись в таблицу logs. Это позволяет корректно работать с привычками, которые нужно выполнять несколько раз в день, например 'пить воду 8 раз'. Проект покрыт пятью тестами pytest, которые проверяют все ключевые требования задания.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итоге получился полностью рабочий прототип, который закрывает все обязательные требования: маршруты, формы, поиск, тесты и документация. Самым сложным было продумать схему базы данных для логов и корректно учитывать несколько отметок в день. В будущем хочу добавить аутентификацию пользователей и графики прогресса по неделям.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114800" cy="4114800"/>
          </a:xfrm>
          <a:prstGeom prst="ellipse">
            <a:avLst/>
          </a:prstGeom>
          <a:solidFill>
            <a:srgbClr val="2A4D3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82880"/>
            <a:ext cx="2377440" cy="2377440"/>
          </a:xfrm>
          <a:prstGeom prst="ellipse">
            <a:avLst/>
          </a:prstGeom>
          <a:solidFill>
            <a:srgbClr val="356244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2A4D3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731520" cy="73152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6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ТРЕКЕР ПРИВЫЧЕК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идеи до работающего веб-прототипа на Flask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760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Самостоятельная работа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«Технологии разработки ПО»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594360" cy="59436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4" name="Image 0" descr="icon_i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57" y="663397"/>
            <a:ext cx="273406" cy="2734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 проекта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4F6E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проблему решаем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2402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выработать новую привычку без удобного способа отмечать прогресс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Бумажные чек-листы легко потерять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приложения перегружены лишними функциями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простой и быстрый инструмент учёта привычек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1F3D2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224028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и работающие люди, формирующие полезные привычки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Питьё воды, чтение, спорт, медитация и т.п.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кому не нужны соцсети и геймификация — только понятный учёт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пользователь с базовыми навыками работы в браузере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594360" cy="59436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4" name="Image 0" descr="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57" y="663397"/>
            <a:ext cx="273406" cy="2734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приложения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112368" y="1783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8FB99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36" y="1965960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2368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12368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клиент, HTML/CSS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855568" y="2468880"/>
            <a:ext cx="868680" cy="0"/>
          </a:xfrm>
          <a:prstGeom prst="line">
            <a:avLst/>
          </a:prstGeom>
          <a:noFill/>
          <a:ln w="25400">
            <a:solidFill>
              <a:srgbClr val="5B6B5C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724248" y="1783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5C8A5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con_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1965960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24248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Flask-сервер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724248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маршруты, логика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467448" y="2468880"/>
            <a:ext cx="868680" cy="0"/>
          </a:xfrm>
          <a:prstGeom prst="line">
            <a:avLst/>
          </a:prstGeom>
          <a:noFill/>
          <a:ln w="25400">
            <a:solidFill>
              <a:srgbClr val="5B6B5C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8336128" y="1783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F3D2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icon_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696" y="1965960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36128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336128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habits, logs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маршруты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1088136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126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Маршрут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8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8A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Список привычек + поиск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 /habit/new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Добавление привычки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/habit/&lt;id&gt;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Детальная страница + история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 /habit/&lt;id&gt;/edit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Редактирование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/habit/&lt;id&gt;/delete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/habit/&lt;id&gt;/log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Отметка выполнения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594360" cy="59436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4" name="Image 0" descr="icon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57" y="663397"/>
            <a:ext cx="273406" cy="2734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и возможности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5760720" cy="4617720"/>
          </a:xfrm>
          <a:prstGeom prst="roundRect">
            <a:avLst>
              <a:gd name="adj" fmla="val 2376"/>
            </a:avLst>
          </a:prstGeom>
          <a:solidFill>
            <a:srgbClr val="1F3D2B"/>
          </a:solidFill>
          <a:ln/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 привычки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228600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2A4D36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3957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Пить воду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Сегодня: 6 / 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88720" y="3063240"/>
            <a:ext cx="4663440" cy="164592"/>
          </a:xfrm>
          <a:prstGeom prst="roundRect">
            <a:avLst>
              <a:gd name="adj" fmla="val 50000"/>
            </a:avLst>
          </a:prstGeom>
          <a:solidFill>
            <a:srgbClr val="1A301F"/>
          </a:solidFill>
          <a:ln/>
        </p:spPr>
      </p:sp>
      <p:sp>
        <p:nvSpPr>
          <p:cNvPr id="12" name="Shape 9"/>
          <p:cNvSpPr/>
          <p:nvPr/>
        </p:nvSpPr>
        <p:spPr>
          <a:xfrm>
            <a:off x="1188720" y="3063240"/>
            <a:ext cx="3497580" cy="164592"/>
          </a:xfrm>
          <a:prstGeom prst="roundRect">
            <a:avLst>
              <a:gd name="adj" fmla="val 50000"/>
            </a:avLst>
          </a:prstGeom>
          <a:solidFill>
            <a:srgbClr val="8FB996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36118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2A4D36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37216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Читать книгу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4069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Сегодня: 1 / 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188720" y="4389120"/>
            <a:ext cx="4663440" cy="164592"/>
          </a:xfrm>
          <a:prstGeom prst="roundRect">
            <a:avLst>
              <a:gd name="adj" fmla="val 50000"/>
            </a:avLst>
          </a:prstGeom>
          <a:solidFill>
            <a:srgbClr val="1A301F"/>
          </a:solidFill>
          <a:ln/>
        </p:spPr>
      </p:sp>
      <p:sp>
        <p:nvSpPr>
          <p:cNvPr id="17" name="Shape 14"/>
          <p:cNvSpPr/>
          <p:nvPr/>
        </p:nvSpPr>
        <p:spPr>
          <a:xfrm>
            <a:off x="1188720" y="4389120"/>
            <a:ext cx="4663440" cy="164592"/>
          </a:xfrm>
          <a:prstGeom prst="roundRect">
            <a:avLst>
              <a:gd name="adj" fmla="val 50000"/>
            </a:avLst>
          </a:prstGeom>
          <a:solidFill>
            <a:srgbClr val="E8B23B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49377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2A4D36"/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50474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Утренняя зарядка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5394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Сегодня: 0 / 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188720" y="5715000"/>
            <a:ext cx="4663440" cy="164592"/>
          </a:xfrm>
          <a:prstGeom prst="roundRect">
            <a:avLst>
              <a:gd name="adj" fmla="val 50000"/>
            </a:avLst>
          </a:prstGeom>
          <a:solidFill>
            <a:srgbClr val="1A301F"/>
          </a:solidFill>
          <a:ln/>
        </p:spPr>
      </p:sp>
      <p:sp>
        <p:nvSpPr>
          <p:cNvPr id="22" name="Shape 19"/>
          <p:cNvSpPr/>
          <p:nvPr/>
        </p:nvSpPr>
        <p:spPr>
          <a:xfrm>
            <a:off x="1188720" y="5715000"/>
            <a:ext cx="0" cy="164592"/>
          </a:xfrm>
          <a:prstGeom prst="roundRect">
            <a:avLst>
              <a:gd name="adj" fmla="val Infinity"/>
            </a:avLst>
          </a:prstGeom>
          <a:solidFill>
            <a:srgbClr val="8FB996"/>
          </a:solidFill>
          <a:ln/>
        </p:spPr>
      </p:sp>
      <p:sp>
        <p:nvSpPr>
          <p:cNvPr id="23" name="Text 20"/>
          <p:cNvSpPr/>
          <p:nvPr/>
        </p:nvSpPr>
        <p:spPr>
          <a:xfrm>
            <a:off x="67665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умеет приложение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766560" y="2048256"/>
            <a:ext cx="274320" cy="27432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25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112264"/>
            <a:ext cx="146304" cy="14630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78040" y="20116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Добавление, редактирование и удаление привычек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766560" y="2706624"/>
            <a:ext cx="274320" cy="27432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28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2770632"/>
            <a:ext cx="146304" cy="14630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178040" y="26700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выполнения за сегодня одной кнопкой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6766560" y="3364992"/>
            <a:ext cx="274320" cy="27432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31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3429000"/>
            <a:ext cx="146304" cy="14630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78040" y="33284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Прогресс-бар и история за последние 7 дней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6766560" y="4023360"/>
            <a:ext cx="274320" cy="27432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34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4087368"/>
            <a:ext cx="146304" cy="14630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78040" y="39867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привычек по названию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6766560" y="4681728"/>
            <a:ext cx="274320" cy="27432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37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4745736"/>
            <a:ext cx="146304" cy="14630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78040" y="46451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Аккуратный интерфейс на Bootstrap 5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594360" cy="59436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4" name="Image 0" descr="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57" y="663397"/>
            <a:ext cx="273406" cy="2734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 и тестирование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09448" y="150876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5C8A52"/>
          </a:solidFill>
          <a:ln/>
        </p:spPr>
      </p:sp>
      <p:sp>
        <p:nvSpPr>
          <p:cNvPr id="7" name="Text 4"/>
          <p:cNvSpPr/>
          <p:nvPr/>
        </p:nvSpPr>
        <p:spPr>
          <a:xfrm>
            <a:off x="609448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465680" y="150876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F3D2B"/>
          </a:solidFill>
          <a:ln/>
        </p:spPr>
      </p:sp>
      <p:sp>
        <p:nvSpPr>
          <p:cNvPr id="9" name="Text 6"/>
          <p:cNvSpPr/>
          <p:nvPr/>
        </p:nvSpPr>
        <p:spPr>
          <a:xfrm>
            <a:off x="2465680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1912" y="150876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5C8A52"/>
          </a:solidFill>
          <a:ln/>
        </p:spPr>
      </p:sp>
      <p:sp>
        <p:nvSpPr>
          <p:cNvPr id="11" name="Text 8"/>
          <p:cNvSpPr/>
          <p:nvPr/>
        </p:nvSpPr>
        <p:spPr>
          <a:xfrm>
            <a:off x="4321912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8144" y="150876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F3D2B"/>
          </a:solidFill>
          <a:ln/>
        </p:spPr>
      </p:sp>
      <p:sp>
        <p:nvSpPr>
          <p:cNvPr id="13" name="Text 10"/>
          <p:cNvSpPr/>
          <p:nvPr/>
        </p:nvSpPr>
        <p:spPr>
          <a:xfrm>
            <a:off x="6178144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34376" y="150876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5C8A52"/>
          </a:solidFill>
          <a:ln/>
        </p:spPr>
      </p:sp>
      <p:sp>
        <p:nvSpPr>
          <p:cNvPr id="15" name="Text 12"/>
          <p:cNvSpPr/>
          <p:nvPr/>
        </p:nvSpPr>
        <p:spPr>
          <a:xfrm>
            <a:off x="8034376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890608" y="150876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F3D2B"/>
          </a:solidFill>
          <a:ln/>
        </p:spPr>
      </p:sp>
      <p:sp>
        <p:nvSpPr>
          <p:cNvPr id="17" name="Text 14"/>
          <p:cNvSpPr/>
          <p:nvPr/>
        </p:nvSpPr>
        <p:spPr>
          <a:xfrm>
            <a:off x="9890608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2331720"/>
            <a:ext cx="5760720" cy="3840480"/>
          </a:xfrm>
          <a:prstGeom prst="roundRect">
            <a:avLst>
              <a:gd name="adj" fmla="val 2857"/>
            </a:avLst>
          </a:prstGeom>
          <a:solidFill>
            <a:srgbClr val="13241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" y="2514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app/routes.py — отметка выполнения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288036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@bp.route('/habit/&lt;int:id&gt;/log', methods=['POST'])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log_habit(id):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habit = get_habit_or_404(id)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count, _ = get_progress_today(db, id,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habit['target_count'])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count &lt; habit['target_count']: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db.execute(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'INSERT INTO logs (habit_id, log_date)'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 VALUES (?, ?)', (id, today))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db.commit()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675120" y="2331720"/>
            <a:ext cx="4892040" cy="3840480"/>
          </a:xfrm>
          <a:prstGeom prst="roundRect">
            <a:avLst>
              <a:gd name="adj" fmla="val 2857"/>
            </a:avLst>
          </a:prstGeom>
          <a:solidFill>
            <a:srgbClr val="F4F6E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49440" y="2514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pytest (tests/)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949440" y="2999232"/>
            <a:ext cx="237744" cy="237744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24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732" y="3049524"/>
            <a:ext cx="137160" cy="1371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96912" y="29535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страница — код 200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3593592"/>
            <a:ext cx="237744" cy="237744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27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732" y="3643884"/>
            <a:ext cx="137160" cy="1371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296912" y="35478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привычки появляется в БД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949440" y="4187952"/>
            <a:ext cx="237744" cy="237744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30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732" y="4238244"/>
            <a:ext cx="137160" cy="1371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96912" y="41422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возвращает только нужные записи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949440" y="4782312"/>
            <a:ext cx="237744" cy="237744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33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732" y="4832604"/>
            <a:ext cx="137160" cy="1371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96912" y="4736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Несуществующий ID — ошибка 404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6949440" y="5376672"/>
            <a:ext cx="237744" cy="237744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36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732" y="5426964"/>
            <a:ext cx="137160" cy="1371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296912" y="53309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отклоняет пустое название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A4D36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114800"/>
            <a:ext cx="3474720" cy="3474720"/>
          </a:xfrm>
          <a:prstGeom prst="ellipse">
            <a:avLst/>
          </a:prstGeom>
          <a:solidFill>
            <a:srgbClr val="2A4D3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40080"/>
            <a:ext cx="594360" cy="594360"/>
          </a:xfrm>
          <a:prstGeom prst="ellipse">
            <a:avLst/>
          </a:prstGeom>
          <a:solidFill>
            <a:srgbClr val="5C8A52"/>
          </a:solidFill>
          <a:ln/>
        </p:spPr>
      </p:sp>
      <p:pic>
        <p:nvPicPr>
          <p:cNvPr id="6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800557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проекта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2A4D36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1920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Получилось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242316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прототип на Flask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обязательные маршруты и формы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тестов pytest, все проходят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документация проекта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2A4D36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920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сложно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37760" y="242316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Продумать схему БД для логов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Учесть несколько отметок в день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интерфейс простым и понятным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50392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2A4D36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0" y="1920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Хочется добавить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78240" y="242316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Аутентификацию пользователей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прогресса по неделям/месяцам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 о привычках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Трекер привычек</dc:title>
  <dc:subject>PptxGenJS Presentation</dc:subject>
  <dc:creator>Студент</dc:creator>
  <cp:lastModifiedBy>Студент</cp:lastModifiedBy>
  <cp:revision>1</cp:revision>
  <dcterms:created xsi:type="dcterms:W3CDTF">2026-06-22T18:16:20Z</dcterms:created>
  <dcterms:modified xsi:type="dcterms:W3CDTF">2026-06-22T18:16:20Z</dcterms:modified>
</cp:coreProperties>
</file>